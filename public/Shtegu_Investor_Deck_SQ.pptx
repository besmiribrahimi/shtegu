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t_logo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8880" y="86868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SHTEGU.APP • PREZANTIM MASTER PËR INVESTITORIN • PRISHTINË 2026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Ne Nuk Ndërtojmë Vendparkime. Ne Monetizojmë Asfaltin e Bllokuar.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4846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Arbitrazhi Urban në Prishtinë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Në qendrat komerciale (Pejton, Qendër, Qafë), shoferët sillen 20–40 minuta duke djegur karburant. Njëkohësisht, qindra hyrje private dhe oborre rrinë krejt bosh pas drynave gjatë orarit të punës.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484632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Zgjidhja Autonome Shtegu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Barriera inteligjente me energji diellore dhe Bluetooth (BLE) të montuara direkt mbi beton. Shoferët ulin barrierën me 1 klikim — me zero punime civile, zero gërmime dhe zero leje komunale.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CAPEX NETO / VEND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€60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€110 kosto - €50 tarifë montimi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FCF NETO / MUAJ</a:t>
            </a:r>
          </a:p>
          <a:p>
            <a:pPr>
              <a:defRPr sz="1800" b="1">
                <a:solidFill>
                  <a:srgbClr val="047857"/>
                </a:solidFill>
              </a:defRPr>
            </a:pPr>
            <a:r>
              <a:t>€35.90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Pas 70% ndarjeje me pronarin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KTHIMI I PËRSHPEJTUAR</a:t>
            </a:r>
          </a:p>
          <a:p>
            <a:pPr>
              <a:defRPr sz="1800" b="1">
                <a:solidFill>
                  <a:srgbClr val="1D4ED8"/>
                </a:solidFill>
              </a:defRPr>
            </a:pPr>
            <a:r>
              <a:t>50 Ditë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~1.67 Muaj deri në kthim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39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399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ALOKIMI ANGEL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€25k – €30k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15.0% Common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Founder: Besmir   •   Platform: shtegu.app   •   Përgatitur për: Driton Hapçiu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02 • PAJISJA DHE PROTOKOLLI I SIGURUAR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Barriera Fizike dhe Teknologjike (E Gatshme &amp; Pa Rreziqe)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Prodhimi Direkt nga Fabrika (ODM)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Kosto e Ulët: Blerja bazë e siguruar në $35–$45 për barrierë (MOQ 5). Mbërritur në Prishtinë: ~€110 all-in.</a:t>
            </a:r>
            <a:br/>
            <a:br/>
            <a:r>
              <a:t>• Zero Punime Rrjeti: Panel diellor monokristalin + bateri industriale e testuar deri në -15°C me 60+ ditë rezervë pa diell.</a:t>
            </a:r>
            <a:br/>
            <a:br/>
            <a:r>
              <a:t>• Ndërtim i Pathyeshëm: Rezistencë 5 ton ndaj shtypjes së makinës, certifikim IP67 kundër shiut/borës dhe sustë 180° me sirenë alarmi 100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Programi Bazë &amp; Komunikimi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Nordic UART BLE 5.0: Protokoll standard i hapur (UUID: 6E400001-...). Integrim i plotë me aplikacionin tonë celular.</a:t>
            </a:r>
            <a:br/>
            <a:br/>
            <a:r>
              <a:t>• Zero Kosto Mujore SIM: €0.00 / muaj. Telefoni i shoferit shërben si urë interneti (gateway) drejt serverit në cloud.</a:t>
            </a:r>
            <a:br/>
            <a:br/>
            <a:r>
              <a:t>• Monitorim Pasiv i Vendit: Transmeton statusin (0 = lirë, 1 = zënë) direkt përmes sinjaleve pa tel BLE beacon (&lt; 15m).</a:t>
            </a:r>
            <a:br/>
            <a:br/>
            <a:r>
              <a:t>• Montim në 15 Minuta: Bulonat standardë M10 montohen pa pasur nevojë për leje komunale apo kyçje me KEDS.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03 • TOPOLOGJIA IOT &amp; PROTOKOLLI NORDIC UART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Arkitektura Teknike: Komunikimi &amp; Monitorimi i Rrjetit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99669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Topologjia e Sistemit në Kohë Reale (Phone-as-Gateway)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Shtegu Cloud (PostgreSQL / Redis / 4-Byte Key Auth) &lt;---&gt; HTTPS / REST &lt;---&gt; Mobile App (Flutter BLE Bridge) &lt;---&gt; BLE 5.0 Nordic UART (20-Byte Frame) &lt;---&gt; Barriera Inteligjente Autonome.</a:t>
            </a:r>
            <a:br/>
            <a:r>
              <a:t>Kursimi: Eliminon plotësisht kartat SIM prej €3–€5/muaj për çdo vendparkim.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Rrjedha Live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Zbulimi: Beacon pa pairing (&lt; 15m).</a:t>
            </a:r>
            <a:br/>
            <a:r>
              <a:t>• Çelësi: 4-bajtësh nga MAC në cloud.</a:t>
            </a:r>
            <a:br/>
            <a:r>
              <a:t>• Korniza: 20-bajtëshe (DDTC 0x14 0x01).</a:t>
            </a:r>
            <a:br/>
            <a:r>
              <a:t>• Ekzekutimi: Ulet në 75mm për 4-6s me faturë RX në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Telemetria Pasive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Sinjale të hapura shëndeti çdo 1,000ms:</a:t>
            </a:r>
            <a:br/>
            <a:r>
              <a:t>  B1: Firmware version</a:t>
            </a:r>
            <a:br/>
            <a:r>
              <a:t>  B2: Bateria (0-9) + Zënia (0/1)</a:t>
            </a:r>
            <a:br/>
            <a:r>
              <a:t>  B3: Pozicioni + Error (0xEE)</a:t>
            </a:r>
            <a:br/>
            <a:r>
              <a:t>• Çdo përdorues brenda 20m dërgon të dhënat në server pa e kuptuar.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Qendra Komerciale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1 Gateway industrial BLE-në-MQTT (~€35 ESP32/Teltonika) për krejt parkingun.</a:t>
            </a:r>
            <a:br/>
            <a:r>
              <a:t>• Wi-Fi i objektit ose 1 SIM e përbashkët.</a:t>
            </a:r>
            <a:br/>
            <a:r>
              <a:t>• Transmetim në kohë reale i 30+ vendeve me vonesë nën 1 sekondë.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04 • MODELI I BIZNESIT ME 3 NIVELE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Modeli i Biznesit: 3 Nivelet Operacionale &amp; Shtyllat e Fitimit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1: Personal (Hyrje Private)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€50 tarifë montimi fillestare + kontratë 12-mujore.</a:t>
            </a:r>
            <a:br/>
            <a:r>
              <a:t>• Ndarje fitimi 70/30 në favor të pronarit.</a:t>
            </a:r>
            <a:br/>
            <a:r>
              <a:t>• Hapet automatikisht për publikun nga ora 08:30 deri 16:30 kur pronari është në punë.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2: Lokal (Klinika, Noterë, Zyra)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€50 tarifë montimi fillestare + kontratë 12-mujore.</a:t>
            </a:r>
            <a:br/>
            <a:r>
              <a:t>• €50 – €70 / muaj abonim fiks.</a:t>
            </a:r>
            <a:br/>
            <a:r>
              <a:t>• Ditën: Hyrje falas për stafin/klientët. Mbrëmjeve &amp; fundjavave: Parkim publik me pagesë (70/30).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3: Enterprise (Kulla &amp; 30+ Vende)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€300 / muaj abonim fiks SaaS.</a:t>
            </a:r>
            <a:br/>
            <a:r>
              <a:t>• Gateway IoT i dedikuar në objekt.</a:t>
            </a:r>
            <a:br/>
            <a:r>
              <a:t>• Panel qendror në ueb, hapje në grup në distancë, harta të ngarkesës dhe çmime dinamike.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23360"/>
            <a:ext cx="48463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Pllakat Reklamuese A4 Forex (Baza e Parave)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Pllakë 3mm Forex (~€1.80 printim) me qira €15–€25/muaj (llogaritur €18/muaj) për dentistët dhe farmacitë lokale. Mbulon serverin para se të parkojë makina e parë.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48463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Kuleta e Parapaguar (Zero Humbje Bankare)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Mbushjet blihen në paketa €5, €10 dhe €15. Kjo shmang komisionet bankare prej €0.20 + 2.5% për pagesat prej €1.00, duke garantuar likuiditet të menjëhershëm në llogari.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05 • EKONOMIA PËR NJËSI &amp; KTHIMI I PËRSHPEJTUAR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Ekonomia për Njësi dhe Kthimi në ~50 Ditë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Pasqyra Mujore Për Vendparkim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Qarkullimi Bruto (3.5 orë @ €1.00, 22 ditë):  €77.00</a:t>
            </a:r>
            <a:br/>
            <a:r>
              <a:t>• Pjesa e Pronarit të Pronës (70%):               (€53.90)</a:t>
            </a:r>
            <a:br/>
            <a:r>
              <a:t>• Marzha e Shtegut nga Parkimi (30%):             €23.10</a:t>
            </a:r>
            <a:br/>
            <a:r>
              <a:t>• Pllaka Reklamuese A4 Forex:                     +€18.00</a:t>
            </a:r>
            <a:br/>
            <a:r>
              <a:t>• Procesimi Bankar &amp; Serveri:                     (€5.20)</a:t>
            </a:r>
            <a:br/>
            <a:br/>
            <a:r>
              <a:t>Fluksi Neto Operacional i Lirë (FCF):   €35.90 / muaj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Kthimi i Përshpejtuar brenda 50 Ditëve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Kostoja e Mbërritur e Barrierës:       €110.00</a:t>
            </a:r>
            <a:br/>
            <a:r>
              <a:t>Tarifa Fillestare e Montimit:          -€50.00</a:t>
            </a:r>
            <a:br/>
            <a:r>
              <a:t>Ekspozimi Neto i Kapitalit:             €60.00</a:t>
            </a:r>
            <a:br/>
            <a:br/>
            <a:r>
              <a:t>Formula e Kthimit të Plotë:</a:t>
            </a:r>
            <a:br/>
            <a:r>
              <a:t>€60.00 Capex Neto / €35.90 FCF = 1.67 Muaj (~50 Ditë)</a:t>
            </a:r>
            <a:br/>
            <a:br/>
            <a:r>
              <a:t>Përparësia për Investitorin:</a:t>
            </a:r>
            <a:br/>
            <a:r>
              <a:t>Rreziku neto për barrierë ulet nga €110 në vetëm €60. Çdo vend e shlyen plotësisht koston brenda 50 ditëve, duke gjeneruar fitim të pastër për 10+ muajt e mbetur të kontratës 12-mujore.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06 • EFIÇENCA OPERACIONALE &amp; MARKETINGU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Operimi Pa Shpenzime (Zero Burn) &amp; Shpërndarja me Krijues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Disiplina Operacionale Zero Burn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Qira Zyre: €0. Operim direkt në terren nga themeluesi; pajisjet ruhen në automjet/garazh.</a:t>
            </a:r>
            <a:br/>
            <a:br/>
            <a:r>
              <a:t>• Paga Fikse: €0. Aplikacioni, serveri dhe integrimet programore kryhen nga vetë themeluesi.</a:t>
            </a:r>
            <a:br/>
            <a:br/>
            <a:r>
              <a:t>• Montimi me Copë: €15 / Vend. Paguhen teknikë me trapan hilti vetëm në ditët e shpimit; zero detyrime fikse mujore.</a:t>
            </a:r>
            <a:br/>
            <a:br/>
            <a:r>
              <a:t>• Shpenzim Mujor Fiks: ~€50 për cloud dhe bazën e të dhënave.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Shpërndarja Hiper-Lokale (CAC &lt; €0.25)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Partneritete me Krijues Masivë: Bashkëpunim me krijues me ndikim masiv në Prishtinë (Burim Pacolli, Don Zhugani).</a:t>
            </a:r>
            <a:br/>
            <a:br/>
            <a:r>
              <a:t>• Kode Referimi (BURIM, DONI): Ofron €2 kredit falas parkimi për shoferët e rinj.</a:t>
            </a:r>
            <a:br/>
            <a:br/>
            <a:r>
              <a:t>• Kosto e Ulët e Blerjes (CAC &lt; €0.25): Rrjeti viral në TikTok dhe Instagram konverton shoferët direkt në përdorues aktivë pa djegur buxhete në reklama të zakonshme.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07 • PLANI I RRITJES NË PRISHTINË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Parashikimet e Rritjes (Shtrirja në Prishtinë)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3154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Faza 1 (M1–M3)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Validimi i Pilotit (10–20 Vende)</a:t>
            </a:r>
            <a:br/>
            <a:br/>
            <a:r>
              <a:t>• Shtrirje në Pejton qendrore.</a:t>
            </a:r>
            <a:br/>
            <a:r>
              <a:t>• Tarifa €50 për montim e vërtetuar me pronarët.</a:t>
            </a:r>
            <a:br/>
            <a:r>
              <a:t>• Kthim i plotë i kapitalit brenda 50 ditëve.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154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Faza 2 (M4–M9)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Zgjerimi në Korridore (50–75 Vende)</a:t>
            </a:r>
            <a:br/>
            <a:br/>
            <a:r>
              <a:t>• Zgjerim në Qendër, Qafë dhe Ulpianë.</a:t>
            </a:r>
            <a:br/>
            <a:r>
              <a:t>• Kontratat e para B2B me klinika/zyra (€70/muaj).</a:t>
            </a:r>
            <a:br/>
            <a:r>
              <a:t>• Monetizimi i pllakave reklamuese Forex A4.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011680"/>
            <a:ext cx="315468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Faza 3 (M10–M15)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Rritja në Shkallë të Gjerë (150 Vende)</a:t>
            </a:r>
            <a:br/>
            <a:br/>
            <a:r>
              <a:t>• €5,300+ deri €6,800+ FCF neto mujor.</a:t>
            </a:r>
            <a:br/>
            <a:r>
              <a:t>• EBITDA vjetore mbi €81,000+.</a:t>
            </a:r>
            <a:br/>
            <a:r>
              <a:t>• Vlerësimi i Synuar: €650,000 – €1,000,000.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SLLAJDI 08 • KUSHTET E INVESTIMIT &amp; TERM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Oferta e Investimit dhe Shpërndarja e Fondeve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Përgatitur për Driton Hapçiu • Prishtinë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SHUMA E INVESTIMIT</a:t>
            </a:r>
          </a:p>
          <a:p>
            <a:pPr>
              <a:defRPr sz="1800" b="1">
                <a:solidFill>
                  <a:srgbClr val="1D4ED8"/>
                </a:solidFill>
              </a:defRPr>
            </a:pPr>
            <a:r>
              <a:t>€25k – €30k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Aksione / Marrëveshje e Konvertueshme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AKSIONE TË OFRUARA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15.0%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Aksione të Zakonshme të Pastra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PAGA E THEMELUESIT</a:t>
            </a:r>
          </a:p>
          <a:p>
            <a:pPr>
              <a:defRPr sz="1800" b="1">
                <a:solidFill>
                  <a:srgbClr val="047857"/>
                </a:solidFill>
              </a:defRPr>
            </a:pPr>
            <a:r>
              <a:t>€0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100% Para në Pajisje Fitimprurëse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54680"/>
            <a:ext cx="9966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Shpërndarja e Kapitalit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70% Blerja Direkte e Pajisjeve: Prodhimi dhe transporti DHL i 80–100 barrierave inteligjente.</a:t>
            </a:r>
            <a:br/>
            <a:r>
              <a:t>• 15% Montimi &amp; Shenjat: Trapanë hilti, bulona të blinduar ankorimi dhe pllaka reklamuese Forex.</a:t>
            </a:r>
            <a:br/>
            <a:r>
              <a:t>• 15% Rezervë Likuiditeti: Depozita për integrimin bankar, regjistrimet ligjore dhe rezerva operacionale.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80560"/>
            <a:ext cx="996696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Fjala Përmbyllëse për Z. Driton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"Z. Driton, ky nuk është një aplikacion që kërkon pesë vite djegie kapitali për të shpresuar për fitim. Me modelin tonë të ri, pronarët e vendeve paguajnë €50 menjëherë për montim dhe nënshkruajnë kontratë 12-mujore. Kjo e ul rrezikun tonë neto nga €110 në vetëm €60 për barrierë. Me fluksin tonë mujor të parave, çdo vendparkim e shlyen plotësisht koston e tij brenda 50 ditëve. Nuk kemi shpenzime zyre, nuk kemi rroga të kota mujore dhe nuk varemi nga tenderët e komunës. 100% e investimit tënd shkon direkt në pajisje fizike fitimprurëse në rrugët e Prishtinës. Le të nisim pilotin e parë në Pejton këtë muaj."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